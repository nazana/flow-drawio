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low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588" y="274320"/>
            <a:ext cx="9198824" cy="630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334155"/>
      </a:dk2>
      <a:lt2>
        <a:srgbClr val="F1F5F9"/>
      </a:lt2>
      <a:accent1>
        <a:srgbClr val="2563EB"/>
      </a:accent1>
      <a:accent2>
        <a:srgbClr val="16A34A"/>
      </a:accent2>
      <a:accent3>
        <a:srgbClr val="D97706"/>
      </a:accent3>
      <a:accent4>
        <a:srgbClr val="9333EA"/>
      </a:accent4>
      <a:accent5>
        <a:srgbClr val="0891B2"/>
      </a:accent5>
      <a:accent6>
        <a:srgbClr val="DC2626"/>
      </a:accent6>
      <a:hlink>
        <a:srgbClr val="2563EB"/>
      </a:hlink>
      <a:folHlink>
        <a:srgbClr val="9333EA"/>
      </a:folHlink>
    </a:clrScheme>
    <a:fontScheme name="Flo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lo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